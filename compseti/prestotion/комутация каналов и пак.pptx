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4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6143-483F-4717-AE42-D57DE548F5E5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DB14D-243F-4654-8C9C-807C6B4DD4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4435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6143-483F-4717-AE42-D57DE548F5E5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DB14D-243F-4654-8C9C-807C6B4DD4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6642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6143-483F-4717-AE42-D57DE548F5E5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DB14D-243F-4654-8C9C-807C6B4DD4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7037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6143-483F-4717-AE42-D57DE548F5E5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DB14D-243F-4654-8C9C-807C6B4DD4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7621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6143-483F-4717-AE42-D57DE548F5E5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DB14D-243F-4654-8C9C-807C6B4DD4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4232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6143-483F-4717-AE42-D57DE548F5E5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DB14D-243F-4654-8C9C-807C6B4DD4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7384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6143-483F-4717-AE42-D57DE548F5E5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DB14D-243F-4654-8C9C-807C6B4DD4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624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6143-483F-4717-AE42-D57DE548F5E5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DB14D-243F-4654-8C9C-807C6B4DD4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9936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6143-483F-4717-AE42-D57DE548F5E5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DB14D-243F-4654-8C9C-807C6B4DD4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3322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6143-483F-4717-AE42-D57DE548F5E5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DB14D-243F-4654-8C9C-807C6B4DD4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4438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6143-483F-4717-AE42-D57DE548F5E5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DB14D-243F-4654-8C9C-807C6B4DD4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6610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F16143-483F-4717-AE42-D57DE548F5E5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5DB14D-243F-4654-8C9C-807C6B4DD4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11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Доклад: Коммутация каналов и пакетов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24374" y="5687736"/>
            <a:ext cx="3937233" cy="903914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/>
              <a:t>Полюхин Даниил Александрович</a:t>
            </a:r>
            <a:br>
              <a:rPr lang="ru-RU" dirty="0" smtClean="0"/>
            </a:br>
            <a:r>
              <a:rPr lang="ru-RU" dirty="0" smtClean="0"/>
              <a:t>28Ипо8482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0529760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279321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 Коммутация каналов без мультиплексирования</a:t>
            </a:r>
            <a:br>
              <a:rPr lang="ru-RU" b="1" dirty="0"/>
            </a:b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Вся линия связи целиком выделяется одному соединению. Между двумя абонентами создаётся непрерывный физический канал. «Незначащие данные» – это паузы, когда полезной информации нет, но канал остаётся зарезервированным. Ресурс используется неэффективно.</a:t>
            </a:r>
          </a:p>
        </p:txBody>
      </p:sp>
      <p:pic>
        <p:nvPicPr>
          <p:cNvPr id="9" name="Рисунок 8"/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t="752" b="1223"/>
          <a:stretch/>
        </p:blipFill>
        <p:spPr>
          <a:xfrm>
            <a:off x="5183188" y="469783"/>
            <a:ext cx="6172200" cy="5880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0921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одна линия – 4 подканала</a:t>
            </a:r>
            <a:br>
              <a:rPr lang="ru-RU" b="1" dirty="0"/>
            </a:b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Одна физическая линия разделена на 4 подканала (частотное или временное мультиплексирование). Пользователи A, B, C, D передают данные одновременно через коммутаторы S1–S5. Пропускная способность используется лучше, но ресурсы всё ещё закрепляются за соединением на весь сеанс.</a:t>
            </a:r>
          </a:p>
        </p:txBody>
      </p:sp>
      <p:pic>
        <p:nvPicPr>
          <p:cNvPr id="7" name="Рисунок 6"/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" r="10839"/>
          <a:stretch/>
        </p:blipFill>
        <p:spPr>
          <a:xfrm>
            <a:off x="4666004" y="987425"/>
            <a:ext cx="7554482" cy="4873625"/>
          </a:xfrm>
        </p:spPr>
      </p:pic>
    </p:spTree>
    <p:extLst>
      <p:ext uri="{BB962C8B-B14F-4D97-AF65-F5344CB8AC3E}">
        <p14:creationId xmlns:p14="http://schemas.microsoft.com/office/powerpoint/2010/main" val="153380721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717211" y="314587"/>
            <a:ext cx="3932237" cy="1600200"/>
          </a:xfrm>
        </p:spPr>
        <p:txBody>
          <a:bodyPr/>
          <a:lstStyle/>
          <a:p>
            <a:r>
              <a:rPr lang="ru-RU" b="1" dirty="0"/>
              <a:t>классификация коммутируемых сетей</a:t>
            </a:r>
            <a:br>
              <a:rPr lang="ru-RU" b="1" dirty="0"/>
            </a:b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9982010" cy="3811588"/>
          </a:xfrm>
        </p:spPr>
        <p:txBody>
          <a:bodyPr/>
          <a:lstStyle/>
          <a:p>
            <a:r>
              <a:rPr lang="ru-RU" sz="2400" dirty="0"/>
              <a:t>Сети делятся на:</a:t>
            </a:r>
          </a:p>
          <a:p>
            <a:r>
              <a:rPr lang="ru-RU" sz="2400" b="1" dirty="0"/>
              <a:t>с коммутацией каналов</a:t>
            </a:r>
            <a:r>
              <a:rPr lang="ru-RU" sz="2400" dirty="0"/>
              <a:t> (телефония);</a:t>
            </a:r>
          </a:p>
          <a:p>
            <a:r>
              <a:rPr lang="ru-RU" sz="2400" b="1" dirty="0"/>
              <a:t>с коммутацией пакетов</a:t>
            </a:r>
            <a:r>
              <a:rPr lang="ru-RU" sz="2400" dirty="0"/>
              <a:t> (Интернет).</a:t>
            </a:r>
          </a:p>
          <a:p>
            <a:r>
              <a:rPr lang="ru-RU" sz="2400" dirty="0"/>
              <a:t>Среди последних: </a:t>
            </a:r>
            <a:r>
              <a:rPr lang="ru-RU" sz="2400" dirty="0" err="1"/>
              <a:t>дейтаграммные</a:t>
            </a:r>
            <a:r>
              <a:rPr lang="ru-RU" sz="2400" dirty="0"/>
              <a:t> сети (без соединения), сети с логическими соединениями, с виртуальными каналами, а также смешанный тип (логические соединения без фиксации маршрутов).</a:t>
            </a:r>
          </a:p>
          <a:p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159651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этапы передачи пакета</a:t>
            </a:r>
            <a:br>
              <a:rPr lang="ru-RU" b="1" dirty="0"/>
            </a:br>
            <a:endParaRPr lang="ru-RU" b="1" dirty="0"/>
          </a:p>
        </p:txBody>
      </p:sp>
      <p:pic>
        <p:nvPicPr>
          <p:cNvPr id="5" name="Рисунок 4"/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7" t="3863" r="277" b="868"/>
          <a:stretch/>
        </p:blipFill>
        <p:spPr>
          <a:xfrm>
            <a:off x="5183188" y="572569"/>
            <a:ext cx="6172200" cy="5288482"/>
          </a:xfrm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 smtClean="0"/>
              <a:t>1.Исходное </a:t>
            </a:r>
            <a:r>
              <a:rPr lang="ru-RU" dirty="0"/>
              <a:t>сообщение на узле отправителя.</a:t>
            </a:r>
          </a:p>
          <a:p>
            <a:r>
              <a:rPr lang="ru-RU" dirty="0" smtClean="0"/>
              <a:t>2.Разбиение </a:t>
            </a:r>
            <a:r>
              <a:rPr lang="ru-RU" dirty="0"/>
              <a:t>сообщения на небольшие части.</a:t>
            </a:r>
          </a:p>
          <a:p>
            <a:r>
              <a:rPr lang="ru-RU" dirty="0" smtClean="0"/>
              <a:t>3.Образование </a:t>
            </a:r>
            <a:r>
              <a:rPr lang="ru-RU" dirty="0"/>
              <a:t>пакетов (каждая часть получает заголовок с адресом и номером).</a:t>
            </a:r>
          </a:p>
          <a:p>
            <a:r>
              <a:rPr lang="ru-RU" dirty="0" smtClean="0"/>
              <a:t>4.Сборка </a:t>
            </a:r>
            <a:r>
              <a:rPr lang="ru-RU" dirty="0"/>
              <a:t>пакетов на узле назначения в исходное сообщение.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059574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7200"/>
            <a:ext cx="3932237" cy="160020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 Внутреннее устройство коммутатора</a:t>
            </a:r>
            <a:br>
              <a:rPr lang="ru-RU" b="1" dirty="0"/>
            </a:br>
            <a:endParaRPr lang="ru-RU" dirty="0"/>
          </a:p>
        </p:txBody>
      </p:sp>
      <p:pic>
        <p:nvPicPr>
          <p:cNvPr id="5" name="Рисунок 4"/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6" r="11777"/>
          <a:stretch/>
        </p:blipFill>
        <p:spPr>
          <a:xfrm>
            <a:off x="3347208" y="1710939"/>
            <a:ext cx="8380602" cy="4873625"/>
          </a:xfrm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35113" y="2057400"/>
            <a:ext cx="3932237" cy="3811588"/>
          </a:xfrm>
        </p:spPr>
        <p:txBody>
          <a:bodyPr>
            <a:normAutofit/>
          </a:bodyPr>
          <a:lstStyle/>
          <a:p>
            <a:r>
              <a:rPr lang="ru-RU" dirty="0"/>
              <a:t>На каждом интерфейсе (порту) коммутатора есть </a:t>
            </a:r>
            <a:r>
              <a:rPr lang="ru-RU" b="1" dirty="0"/>
              <a:t>входная очередь</a:t>
            </a:r>
            <a:r>
              <a:rPr lang="ru-RU" dirty="0"/>
              <a:t> – сюда попадают прибывающие пакеты.</a:t>
            </a:r>
          </a:p>
          <a:p>
            <a:r>
              <a:rPr lang="ru-RU" dirty="0"/>
              <a:t>Для каждого интерфейса также существует </a:t>
            </a:r>
            <a:r>
              <a:rPr lang="ru-RU" b="1" dirty="0"/>
              <a:t>выходная очередь</a:t>
            </a:r>
            <a:r>
              <a:rPr lang="ru-RU" dirty="0"/>
              <a:t> – здесь пакеты ждут отправки.</a:t>
            </a:r>
          </a:p>
          <a:p>
            <a:r>
              <a:rPr lang="ru-RU" dirty="0"/>
              <a:t>В центре находится </a:t>
            </a:r>
            <a:r>
              <a:rPr lang="ru-RU" b="1" dirty="0"/>
              <a:t>коммутирующий блок</a:t>
            </a:r>
            <a:r>
              <a:rPr lang="ru-RU" dirty="0"/>
              <a:t>, который решает, из какого входящего порта в какой исходящий направить каждый пакет.</a:t>
            </a:r>
          </a:p>
          <a:p>
            <a:r>
              <a:rPr lang="ru-RU" dirty="0"/>
              <a:t>Очереди позволяют временно хранить пакеты, если они приходят быстрее, чем обрабатываются, или когда несколько пакетов одновременно хотят выйти в один порт.</a:t>
            </a: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17303868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Статистическое мультиплексирование в магистральном канале</a:t>
            </a:r>
            <a:br>
              <a:rPr lang="ru-RU" b="1" dirty="0"/>
            </a:br>
            <a:endParaRPr lang="ru-RU" dirty="0"/>
          </a:p>
        </p:txBody>
      </p:sp>
      <p:pic>
        <p:nvPicPr>
          <p:cNvPr id="5" name="Рисунок 4"/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" r="5060"/>
          <a:stretch/>
        </p:blipFill>
        <p:spPr>
          <a:xfrm>
            <a:off x="4572000" y="995363"/>
            <a:ext cx="7164198" cy="4873625"/>
          </a:xfrm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это пакеты, ожидающие передачи из разных входов.</a:t>
            </a:r>
          </a:p>
          <a:p>
            <a:r>
              <a:rPr lang="ru-RU" dirty="0"/>
              <a:t>Магистральный канал (внизу) передаёт пакеты поочерёдно, </a:t>
            </a:r>
            <a:r>
              <a:rPr lang="ru-RU" b="1" dirty="0"/>
              <a:t>перемежая их</a:t>
            </a:r>
            <a:r>
              <a:rPr lang="ru-RU" dirty="0"/>
              <a:t>.</a:t>
            </a:r>
          </a:p>
          <a:p>
            <a:r>
              <a:rPr lang="ru-RU" dirty="0"/>
              <a:t>Пакет «1» из одной очереди, затем «2» из другой, и так далее – в итоге канал всегда занят полезной передачей.</a:t>
            </a:r>
          </a:p>
          <a:p>
            <a:r>
              <a:rPr lang="ru-RU" dirty="0"/>
              <a:t>Такой метод называется </a:t>
            </a:r>
            <a:r>
              <a:rPr lang="ru-RU" b="1" dirty="0"/>
              <a:t>статистическим мультиплексированием</a:t>
            </a:r>
            <a:r>
              <a:rPr lang="ru-RU" dirty="0"/>
              <a:t>: ресурс используется только тогда, когда есть данные, и разные потоки совместно пользуются одним каналом.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730930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Заключение</a:t>
            </a:r>
            <a:r>
              <a:rPr lang="en-US" dirty="0" smtClean="0"/>
              <a:t>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168156" cy="3199381"/>
          </a:xfrm>
        </p:spPr>
        <p:txBody>
          <a:bodyPr/>
          <a:lstStyle/>
          <a:p>
            <a:r>
              <a:rPr lang="ru-RU" dirty="0"/>
              <a:t>Именно коммутация пакетов лежит в основе Интернета, и, как предсказывают авторы учебника, будущее принадлежит ей как более гибкой и эффективной технологии</a:t>
            </a:r>
            <a:r>
              <a:rPr lang="ru-RU" dirty="0" smtClean="0"/>
              <a:t>.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b="1" dirty="0"/>
              <a:t>Коммутация каналов</a:t>
            </a:r>
            <a:r>
              <a:rPr lang="ru-RU" dirty="0"/>
              <a:t> </a:t>
            </a:r>
            <a:r>
              <a:rPr lang="ru-RU" dirty="0" smtClean="0"/>
              <a:t>гарантирует </a:t>
            </a:r>
            <a:r>
              <a:rPr lang="ru-RU" dirty="0"/>
              <a:t>качество и стабильную задержку, но расплачивается за это неэффективностью:</a:t>
            </a:r>
          </a:p>
        </p:txBody>
      </p:sp>
    </p:spTree>
    <p:extLst>
      <p:ext uri="{BB962C8B-B14F-4D97-AF65-F5344CB8AC3E}">
        <p14:creationId xmlns:p14="http://schemas.microsoft.com/office/powerpoint/2010/main" val="140759528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200</Words>
  <Application>Microsoft Office PowerPoint</Application>
  <PresentationFormat>Широкоэкранный</PresentationFormat>
  <Paragraphs>29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Доклад: Коммутация каналов и пакетов</vt:lpstr>
      <vt:lpstr> Коммутация каналов без мультиплексирования </vt:lpstr>
      <vt:lpstr>одна линия – 4 подканала </vt:lpstr>
      <vt:lpstr>классификация коммутируемых сетей </vt:lpstr>
      <vt:lpstr>этапы передачи пакета </vt:lpstr>
      <vt:lpstr> Внутреннее устройство коммутатора </vt:lpstr>
      <vt:lpstr>Статистическое мультиплексирование в магистральном канале </vt:lpstr>
      <vt:lpstr>Заключение: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Доклад: Коммутация каналов и пакетов</dc:title>
  <dc:creator>ПК</dc:creator>
  <cp:lastModifiedBy>ПК</cp:lastModifiedBy>
  <cp:revision>4</cp:revision>
  <dcterms:created xsi:type="dcterms:W3CDTF">2026-04-29T18:05:54Z</dcterms:created>
  <dcterms:modified xsi:type="dcterms:W3CDTF">2026-04-29T18:32:17Z</dcterms:modified>
</cp:coreProperties>
</file>