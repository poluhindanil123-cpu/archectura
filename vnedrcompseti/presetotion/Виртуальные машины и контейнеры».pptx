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6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08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49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452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12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34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170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033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748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44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30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22F59-BF69-44DF-A5E7-764987407265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DBC96-3870-4D90-9086-899A7A8F17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151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«Виртуальные машины и контейнеры»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7694" y="6114552"/>
            <a:ext cx="3572786" cy="580446"/>
          </a:xfrm>
        </p:spPr>
        <p:txBody>
          <a:bodyPr>
            <a:normAutofit/>
          </a:bodyPr>
          <a:lstStyle/>
          <a:p>
            <a:r>
              <a:rPr lang="ru-RU" sz="1600" dirty="0" smtClean="0"/>
              <a:t>Полюхин Даниил Александрович</a:t>
            </a:r>
            <a:br>
              <a:rPr lang="ru-RU" sz="1600" dirty="0" smtClean="0"/>
            </a:br>
            <a:r>
              <a:rPr lang="ru-RU" sz="1600" dirty="0" smtClean="0"/>
              <a:t>28Ипо8482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7633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166978"/>
            <a:ext cx="3932237" cy="1057524"/>
          </a:xfrm>
        </p:spPr>
        <p:txBody>
          <a:bodyPr/>
          <a:lstStyle/>
          <a:p>
            <a:r>
              <a:rPr lang="ru-RU" dirty="0" smtClean="0"/>
              <a:t>Виртуальная </a:t>
            </a:r>
            <a:r>
              <a:rPr lang="ru-RU" dirty="0" err="1" smtClean="0"/>
              <a:t>мащина</a:t>
            </a:r>
            <a:r>
              <a:rPr lang="ru-RU" dirty="0"/>
              <a:t> </a:t>
            </a:r>
            <a:r>
              <a:rPr lang="ru-RU" dirty="0" smtClean="0"/>
              <a:t>(ВМ)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154" y="1558456"/>
            <a:ext cx="6551874" cy="32282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1224503"/>
            <a:ext cx="3932237" cy="4644486"/>
          </a:xfrm>
        </p:spPr>
        <p:txBody>
          <a:bodyPr/>
          <a:lstStyle/>
          <a:p>
            <a:r>
              <a:rPr lang="ru-RU" sz="2000" b="1" dirty="0"/>
              <a:t>Виртуальная машина (ВМ)</a:t>
            </a:r>
            <a:r>
              <a:rPr lang="ru-RU" sz="2000" dirty="0"/>
              <a:t> — это как бы "компьютер внутри компьютера". Вы берете свой реальный компьютер, устанавливаете специальную программу (гипервизор), и она позволяет создать внутри еще один или несколько компьютеров. У каждого такого "внутреннего" компьютера будет свой процессор, память, жесткий диск — но все это будет ненастоящим, виртуальным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64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6549" y="2107095"/>
            <a:ext cx="4277140" cy="2250220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VMware</a:t>
            </a:r>
            <a:r>
              <a:rPr lang="ru-RU" dirty="0"/>
              <a:t> — это лидер рынка, занимающий более 70%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7290" y="898497"/>
            <a:ext cx="4850261" cy="5373882"/>
          </a:xfrm>
        </p:spPr>
      </p:pic>
    </p:spTree>
    <p:extLst>
      <p:ext uri="{BB962C8B-B14F-4D97-AF65-F5344CB8AC3E}">
        <p14:creationId xmlns:p14="http://schemas.microsoft.com/office/powerpoint/2010/main" val="180025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825" y="2488123"/>
            <a:ext cx="4489174" cy="1325563"/>
          </a:xfrm>
        </p:spPr>
        <p:txBody>
          <a:bodyPr/>
          <a:lstStyle/>
          <a:p>
            <a:r>
              <a:rPr lang="en-US" b="1" dirty="0"/>
              <a:t>Oracle </a:t>
            </a:r>
            <a:r>
              <a:rPr lang="en-US" b="1" dirty="0" err="1"/>
              <a:t>VirtualBox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75" y="1625445"/>
            <a:ext cx="6575425" cy="3291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513563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Плюсы и минусы виртуальных машин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плюсы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Полная изоляция. Если одна виртуальная машина "сломается", другие не пострадают.</a:t>
            </a:r>
          </a:p>
          <a:p>
            <a:r>
              <a:rPr lang="ru-RU" dirty="0"/>
              <a:t>Можно запускать программы под разные ОС (например, </a:t>
            </a:r>
            <a:r>
              <a:rPr lang="ru-RU" dirty="0" err="1"/>
              <a:t>Windows</a:t>
            </a:r>
            <a:r>
              <a:rPr lang="ru-RU" dirty="0"/>
              <a:t> и </a:t>
            </a:r>
            <a:r>
              <a:rPr lang="ru-RU" dirty="0" err="1"/>
              <a:t>Linux</a:t>
            </a:r>
            <a:r>
              <a:rPr lang="ru-RU" dirty="0"/>
              <a:t> на одном компьютере).</a:t>
            </a: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минусы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Требуют много ресурсов. Каждая ВМ весит гигабайты и потребляет память на поддержание своей ОС.</a:t>
            </a:r>
          </a:p>
          <a:p>
            <a:r>
              <a:rPr lang="ru-RU" dirty="0"/>
              <a:t>Долго запускаются (минуты).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717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234563"/>
            <a:ext cx="3932237" cy="1148964"/>
          </a:xfrm>
        </p:spPr>
        <p:txBody>
          <a:bodyPr/>
          <a:lstStyle/>
          <a:p>
            <a:r>
              <a:rPr lang="ru-RU" b="1" dirty="0"/>
              <a:t>Что такое контейнеры?</a:t>
            </a:r>
            <a:endParaRPr lang="ru-RU" dirty="0"/>
          </a:p>
        </p:txBody>
      </p:sp>
      <p:pic>
        <p:nvPicPr>
          <p:cNvPr id="5" name="Рисунок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57" b="12157"/>
          <a:stretch>
            <a:fillRect/>
          </a:stretch>
        </p:blipFill>
        <p:spPr>
          <a:xfrm>
            <a:off x="5183188" y="644056"/>
            <a:ext cx="6172200" cy="5677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b="1" dirty="0"/>
              <a:t>Контейнеры</a:t>
            </a:r>
            <a:r>
              <a:rPr lang="ru-RU" sz="2400" dirty="0"/>
              <a:t> — это более легкий способ изоляции. Здесь мы не создаем новый компьютер и не устанавливаем целую ОС. Контейнеры используют </a:t>
            </a:r>
            <a:r>
              <a:rPr lang="ru-RU" sz="2400" b="1" dirty="0"/>
              <a:t>одну общую операционную систему</a:t>
            </a:r>
            <a:r>
              <a:rPr lang="ru-RU" sz="2400" dirty="0"/>
              <a:t>, но изолируют друг от друга сами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73092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62139" y="0"/>
            <a:ext cx="3932237" cy="1600200"/>
          </a:xfrm>
        </p:spPr>
        <p:txBody>
          <a:bodyPr/>
          <a:lstStyle/>
          <a:p>
            <a:r>
              <a:rPr lang="en-US" b="1" dirty="0"/>
              <a:t>Docker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это самый главный игрок, который сделал контейнеры популярными. Появился в 2013 году благодаря Соломону </a:t>
            </a:r>
            <a:r>
              <a:rPr lang="ru-RU" sz="2400" dirty="0" err="1"/>
              <a:t>Хайксу</a:t>
            </a:r>
            <a:r>
              <a:rPr lang="ru-RU" sz="2400" dirty="0"/>
              <a:t> . </a:t>
            </a:r>
            <a:r>
              <a:rPr lang="ru-RU" sz="2400" dirty="0" err="1"/>
              <a:t>Docker</a:t>
            </a:r>
            <a:r>
              <a:rPr lang="ru-RU" sz="2400" dirty="0"/>
              <a:t> позволяет упаковать приложение со всем его окружением в легкий образ (мегабайты вместо гигабайтов) и запустить где угодно </a:t>
            </a:r>
          </a:p>
        </p:txBody>
      </p:sp>
      <p:pic>
        <p:nvPicPr>
          <p:cNvPr id="9" name="Рисунок 8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00" t="-1494" r="2179" b="1494"/>
          <a:stretch/>
        </p:blipFill>
        <p:spPr>
          <a:xfrm>
            <a:off x="4772025" y="1526381"/>
            <a:ext cx="7016280" cy="48736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959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Плюсы и минусы контейнеров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плюсы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Запускаются за секунды.</a:t>
            </a:r>
          </a:p>
          <a:p>
            <a:r>
              <a:rPr lang="ru-RU" dirty="0"/>
              <a:t>Занимают мало места (мегабайты).</a:t>
            </a:r>
          </a:p>
          <a:p>
            <a:r>
              <a:rPr lang="ru-RU" dirty="0"/>
              <a:t>Экономят ресурсы.</a:t>
            </a: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smtClean="0"/>
              <a:t>минусы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Чуть хуже изоляция (теоретически).</a:t>
            </a:r>
          </a:p>
          <a:p>
            <a:r>
              <a:rPr lang="ru-RU" dirty="0"/>
              <a:t>Нельзя запустить </a:t>
            </a:r>
            <a:r>
              <a:rPr lang="ru-RU" dirty="0" err="1"/>
              <a:t>Windows</a:t>
            </a:r>
            <a:r>
              <a:rPr lang="ru-RU" dirty="0"/>
              <a:t>-контейнер на </a:t>
            </a:r>
            <a:r>
              <a:rPr lang="ru-RU" dirty="0" err="1"/>
              <a:t>Linux</a:t>
            </a:r>
            <a:r>
              <a:rPr lang="ru-RU" dirty="0"/>
              <a:t>-компьютере (и наоборот) без дополнительных ухищрений.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5279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98498" y="1025718"/>
            <a:ext cx="10090206" cy="3387256"/>
          </a:xfrm>
        </p:spPr>
        <p:txBody>
          <a:bodyPr>
            <a:normAutofit/>
          </a:bodyPr>
          <a:lstStyle/>
          <a:p>
            <a:r>
              <a:rPr lang="ru-RU" b="1" dirty="0"/>
              <a:t>Короткий итог:</a:t>
            </a:r>
            <a:r>
              <a:rPr lang="ru-RU" dirty="0"/>
              <a:t> Виртуальная машина — это "квартира" со своим ремонтом. Контейнер — это "комната" в общежитии. И для разных задач нужны разные инструменты.</a:t>
            </a:r>
          </a:p>
        </p:txBody>
      </p:sp>
    </p:spTree>
    <p:extLst>
      <p:ext uri="{BB962C8B-B14F-4D97-AF65-F5344CB8AC3E}">
        <p14:creationId xmlns:p14="http://schemas.microsoft.com/office/powerpoint/2010/main" val="871457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144</Words>
  <Application>Microsoft Office PowerPoint</Application>
  <PresentationFormat>Широкоэкранный</PresentationFormat>
  <Paragraphs>27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Тема Office</vt:lpstr>
      <vt:lpstr>«Виртуальные машины и контейнеры»</vt:lpstr>
      <vt:lpstr>Виртуальная мащина (ВМ)</vt:lpstr>
      <vt:lpstr>VMware — это лидер рынка, занимающий более 70%</vt:lpstr>
      <vt:lpstr>Oracle VirtualBox</vt:lpstr>
      <vt:lpstr>Плюсы и минусы виртуальных машин</vt:lpstr>
      <vt:lpstr>Что такое контейнеры?</vt:lpstr>
      <vt:lpstr>Docker</vt:lpstr>
      <vt:lpstr>Плюсы и минусы контейнеров</vt:lpstr>
      <vt:lpstr>Короткий итог: Виртуальная машина — это "квартира" со своим ремонтом. Контейнер — это "комната" в общежитии. И для разных задач нужны разные инструменты.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«Виртуальные машины и контейнеры»</dc:title>
  <dc:creator>ПК</dc:creator>
  <cp:lastModifiedBy>ПК</cp:lastModifiedBy>
  <cp:revision>3</cp:revision>
  <dcterms:created xsi:type="dcterms:W3CDTF">2026-03-11T14:46:42Z</dcterms:created>
  <dcterms:modified xsi:type="dcterms:W3CDTF">2026-03-11T15:11:34Z</dcterms:modified>
</cp:coreProperties>
</file>