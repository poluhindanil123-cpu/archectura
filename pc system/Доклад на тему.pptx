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09FB1-7F8E-4CC6-98AE-CDE7399FCC1A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55A50-1278-4209-8BCA-799E3FB0D3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0964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09FB1-7F8E-4CC6-98AE-CDE7399FCC1A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55A50-1278-4209-8BCA-799E3FB0D3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3487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09FB1-7F8E-4CC6-98AE-CDE7399FCC1A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55A50-1278-4209-8BCA-799E3FB0D3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2844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09FB1-7F8E-4CC6-98AE-CDE7399FCC1A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55A50-1278-4209-8BCA-799E3FB0D3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3788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09FB1-7F8E-4CC6-98AE-CDE7399FCC1A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55A50-1278-4209-8BCA-799E3FB0D3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6734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09FB1-7F8E-4CC6-98AE-CDE7399FCC1A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55A50-1278-4209-8BCA-799E3FB0D3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8178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09FB1-7F8E-4CC6-98AE-CDE7399FCC1A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55A50-1278-4209-8BCA-799E3FB0D3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3277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09FB1-7F8E-4CC6-98AE-CDE7399FCC1A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55A50-1278-4209-8BCA-799E3FB0D3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112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09FB1-7F8E-4CC6-98AE-CDE7399FCC1A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55A50-1278-4209-8BCA-799E3FB0D3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5757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09FB1-7F8E-4CC6-98AE-CDE7399FCC1A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55A50-1278-4209-8BCA-799E3FB0D3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749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09FB1-7F8E-4CC6-98AE-CDE7399FCC1A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55A50-1278-4209-8BCA-799E3FB0D3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8329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909FB1-7F8E-4CC6-98AE-CDE7399FCC1A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955A50-1278-4209-8BCA-799E3FB0D3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2598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01864" y="1122363"/>
            <a:ext cx="8380675" cy="3465540"/>
          </a:xfrm>
        </p:spPr>
        <p:txBody>
          <a:bodyPr>
            <a:normAutofit/>
          </a:bodyPr>
          <a:lstStyle/>
          <a:p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Доклад на тему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История </a:t>
            </a:r>
            <a:r>
              <a:rPr lang="ru-RU" sz="5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операционых</a:t>
            </a:r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 </a:t>
            </a:r>
            <a:r>
              <a:rPr lang="en-US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Windows, Linux, </a:t>
            </a:r>
            <a:r>
              <a:rPr lang="en-US" sz="5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Unix,Mac</a:t>
            </a:r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endParaRPr lang="ru-RU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32737" y="5287617"/>
            <a:ext cx="4707173" cy="874643"/>
          </a:xfrm>
        </p:spPr>
        <p:txBody>
          <a:bodyPr>
            <a:normAutofit fontScale="92500"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Сделал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Полюхин Даниил Александрович из группы 28Ипо8482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924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Введение</a:t>
            </a:r>
          </a:p>
          <a:p>
            <a:r>
              <a:rPr lang="ru-RU" dirty="0"/>
              <a:t>Операционная система (ОС) — это главное программное обеспечение, которое управляет ресурсами компьютера и обеспечивает взаимодействие пользователя с аппаратурой. Четыре семейства ОС — </a:t>
            </a:r>
            <a:r>
              <a:rPr lang="ru-RU" b="1" dirty="0" err="1"/>
              <a:t>Unix</a:t>
            </a:r>
            <a:r>
              <a:rPr lang="ru-RU" b="1" dirty="0"/>
              <a:t>, </a:t>
            </a:r>
            <a:r>
              <a:rPr lang="ru-RU" b="1" dirty="0" err="1"/>
              <a:t>Windows</a:t>
            </a:r>
            <a:r>
              <a:rPr lang="ru-RU" b="1" dirty="0"/>
              <a:t>, </a:t>
            </a:r>
            <a:r>
              <a:rPr lang="ru-RU" b="1" dirty="0" err="1"/>
              <a:t>Linux</a:t>
            </a:r>
            <a:r>
              <a:rPr lang="ru-RU" b="1" dirty="0"/>
              <a:t> и </a:t>
            </a:r>
            <a:r>
              <a:rPr lang="ru-RU" b="1" dirty="0" err="1"/>
              <a:t>macOS</a:t>
            </a:r>
            <a:r>
              <a:rPr lang="ru-RU" dirty="0"/>
              <a:t> — сформировали современную IT-индустрию. Каждая из них имеет уникальную историю, философию и сферу влияния.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51807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13818"/>
          </a:xfrm>
        </p:spPr>
        <p:txBody>
          <a:bodyPr>
            <a:normAutofit fontScale="90000"/>
          </a:bodyPr>
          <a:lstStyle/>
          <a:p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Windows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Путь к господству на ПК </a:t>
            </a:r>
            <a:b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456" y="1152939"/>
            <a:ext cx="8213697" cy="5192202"/>
          </a:xfrm>
        </p:spPr>
      </p:pic>
    </p:spTree>
    <p:extLst>
      <p:ext uri="{BB962C8B-B14F-4D97-AF65-F5344CB8AC3E}">
        <p14:creationId xmlns:p14="http://schemas.microsoft.com/office/powerpoint/2010/main" val="2858666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Linux: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Триумф открытого кода</a:t>
            </a: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118" y="1494845"/>
            <a:ext cx="8388626" cy="4682118"/>
          </a:xfrm>
        </p:spPr>
      </p:pic>
    </p:spTree>
    <p:extLst>
      <p:ext uri="{BB962C8B-B14F-4D97-AF65-F5344CB8AC3E}">
        <p14:creationId xmlns:p14="http://schemas.microsoft.com/office/powerpoint/2010/main" val="3860650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Unix: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Прародитель современности</a:t>
            </a: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2973789"/>
            <a:ext cx="9776791" cy="3061252"/>
          </a:xfrm>
        </p:spPr>
        <p:txBody>
          <a:bodyPr>
            <a:normAutofit/>
          </a:bodyPr>
          <a:lstStyle/>
          <a:p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Unix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старейшая и наиболее влиятельная ОС, основанная на принципах модульности и простоты.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Зарождение (1969):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Создана в 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Bell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(AT&amp;T) Кеном Томпсоном,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Деннисом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Ритчи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другими. Написана на языке 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что сделало её переносимой на разные платформы.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52290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 </a:t>
            </a:r>
            <a:r>
              <a:rPr lang="ru-RU" b="1" dirty="0" err="1"/>
              <a:t>macOS</a:t>
            </a:r>
            <a:r>
              <a:rPr lang="ru-RU" b="1" dirty="0"/>
              <a:t> (</a:t>
            </a:r>
            <a:r>
              <a:rPr lang="ru-RU" b="1" dirty="0" err="1"/>
              <a:t>Mac</a:t>
            </a:r>
            <a:r>
              <a:rPr lang="ru-RU" b="1" dirty="0"/>
              <a:t> OS X): Элегантность на базе </a:t>
            </a:r>
            <a:r>
              <a:rPr lang="ru-RU" b="1" dirty="0" err="1"/>
              <a:t>Unix</a:t>
            </a: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488" y="2419766"/>
            <a:ext cx="6027215" cy="1778522"/>
          </a:xfrm>
        </p:spPr>
      </p:pic>
    </p:spTree>
    <p:extLst>
      <p:ext uri="{BB962C8B-B14F-4D97-AF65-F5344CB8AC3E}">
        <p14:creationId xmlns:p14="http://schemas.microsoft.com/office/powerpoint/2010/main" val="1142114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1780411"/>
              </p:ext>
            </p:extLst>
          </p:nvPr>
        </p:nvGraphicFramePr>
        <p:xfrm>
          <a:off x="1319918" y="103367"/>
          <a:ext cx="9827810" cy="65677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562">
                  <a:extLst>
                    <a:ext uri="{9D8B030D-6E8A-4147-A177-3AD203B41FA5}">
                      <a16:colId xmlns:a16="http://schemas.microsoft.com/office/drawing/2014/main" val="1175857472"/>
                    </a:ext>
                  </a:extLst>
                </a:gridCol>
                <a:gridCol w="1965562">
                  <a:extLst>
                    <a:ext uri="{9D8B030D-6E8A-4147-A177-3AD203B41FA5}">
                      <a16:colId xmlns:a16="http://schemas.microsoft.com/office/drawing/2014/main" val="1902746104"/>
                    </a:ext>
                  </a:extLst>
                </a:gridCol>
                <a:gridCol w="1965562">
                  <a:extLst>
                    <a:ext uri="{9D8B030D-6E8A-4147-A177-3AD203B41FA5}">
                      <a16:colId xmlns:a16="http://schemas.microsoft.com/office/drawing/2014/main" val="1604099290"/>
                    </a:ext>
                  </a:extLst>
                </a:gridCol>
                <a:gridCol w="1965562">
                  <a:extLst>
                    <a:ext uri="{9D8B030D-6E8A-4147-A177-3AD203B41FA5}">
                      <a16:colId xmlns:a16="http://schemas.microsoft.com/office/drawing/2014/main" val="1572609929"/>
                    </a:ext>
                  </a:extLst>
                </a:gridCol>
                <a:gridCol w="1965562">
                  <a:extLst>
                    <a:ext uri="{9D8B030D-6E8A-4147-A177-3AD203B41FA5}">
                      <a16:colId xmlns:a16="http://schemas.microsoft.com/office/drawing/2014/main" val="2383794972"/>
                    </a:ext>
                  </a:extLst>
                </a:gridCol>
              </a:tblGrid>
              <a:tr h="694617">
                <a:tc>
                  <a:txBody>
                    <a:bodyPr/>
                    <a:lstStyle/>
                    <a:p>
                      <a:r>
                        <a:rPr lang="ru-RU" dirty="0" smtClean="0"/>
                        <a:t>Критерии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Unix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Windows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Linux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macOS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360920"/>
                  </a:ext>
                </a:extLst>
              </a:tr>
              <a:tr h="694617">
                <a:tc>
                  <a:txBody>
                    <a:bodyPr/>
                    <a:lstStyle/>
                    <a:p>
                      <a:r>
                        <a:rPr lang="ru-RU" dirty="0" smtClean="0"/>
                        <a:t>Основа</a:t>
                      </a:r>
                      <a:r>
                        <a:rPr lang="en-US" dirty="0" smtClean="0"/>
                        <a:t>/</a:t>
                      </a:r>
                      <a:r>
                        <a:rPr lang="ru-RU" dirty="0" smtClean="0"/>
                        <a:t>ядро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Исходные 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UNIX-</a:t>
                      </a: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системы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Гибридное ядро 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Windows NT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Монолитное ядро 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Linux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Гибридное ядро 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Darwin (XNU)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9451152"/>
                  </a:ext>
                </a:extLst>
              </a:tr>
              <a:tr h="694617">
                <a:tc>
                  <a:txBody>
                    <a:bodyPr/>
                    <a:lstStyle/>
                    <a:p>
                      <a:r>
                        <a:rPr lang="ru-RU" dirty="0" smtClean="0"/>
                        <a:t>Лицензии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Проприетарная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Проприетарная</a:t>
                      </a: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EULA)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Открытая (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GPL </a:t>
                      </a: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 другие)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Проприетарная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1853606"/>
                  </a:ext>
                </a:extLst>
              </a:tr>
              <a:tr h="694617">
                <a:tc>
                  <a:txBody>
                    <a:bodyPr/>
                    <a:lstStyle/>
                    <a:p>
                      <a:r>
                        <a:rPr lang="ru-RU" dirty="0" smtClean="0"/>
                        <a:t>Архитектура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Модульная, «всё есть файл»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Монолитная с модулями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Монолитная с модулями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Гибридная (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Mach + BSD)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6046284"/>
                  </a:ext>
                </a:extLst>
              </a:tr>
              <a:tr h="694617">
                <a:tc>
                  <a:txBody>
                    <a:bodyPr/>
                    <a:lstStyle/>
                    <a:p>
                      <a:r>
                        <a:rPr lang="ru-RU" dirty="0" smtClean="0"/>
                        <a:t>Интерфейс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Командная строка (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CLI)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Графический (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GUI)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CLI + GUI (</a:t>
                      </a: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разные оболочки)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Графический (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Aqua/ Cocoa)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900637"/>
                  </a:ext>
                </a:extLst>
              </a:tr>
              <a:tr h="921971">
                <a:tc>
                  <a:txBody>
                    <a:bodyPr/>
                    <a:lstStyle/>
                    <a:p>
                      <a:r>
                        <a:rPr lang="ru-RU" dirty="0" smtClean="0"/>
                        <a:t>Основное использование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Серверы, </a:t>
                      </a:r>
                      <a:r>
                        <a:rPr lang="ru-RU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мейнфреймы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Домашние/офисные ПК, бизнес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Серверы, облака, встраиваемые системы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Креативные профессии, разработка, офис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396658"/>
                  </a:ext>
                </a:extLst>
              </a:tr>
              <a:tr h="1198562">
                <a:tc>
                  <a:txBody>
                    <a:bodyPr/>
                    <a:lstStyle/>
                    <a:p>
                      <a:r>
                        <a:rPr lang="ru-RU" dirty="0" smtClean="0"/>
                        <a:t>Платформы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Разнообразное железо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x86, x86-64, ARM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Всё, от суперкомпьютеров до </a:t>
                      </a:r>
                      <a:r>
                        <a:rPr lang="ru-RU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IoT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Только аппаратное обеспечение 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Apple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251097"/>
                  </a:ext>
                </a:extLst>
              </a:tr>
              <a:tr h="974159">
                <a:tc>
                  <a:txBody>
                    <a:bodyPr/>
                    <a:lstStyle/>
                    <a:p>
                      <a:r>
                        <a:rPr lang="ru-RU" dirty="0" smtClean="0"/>
                        <a:t>Философия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Стабильность, масштабируемость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Универсальность, совместимость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Свобода, контроль, гибкость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Интеграция «железо-софт», простота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18300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0209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23139"/>
          </a:xfrm>
        </p:spPr>
        <p:txBody>
          <a:bodyPr>
            <a:normAutofit fontScale="90000"/>
          </a:bodyPr>
          <a:lstStyle/>
          <a:p>
            <a:r>
              <a:rPr lang="ru-RU" sz="4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Заключение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Эволюция операционных систем — это история конкуренции и взаимного влияния идей.</a:t>
            </a:r>
            <a:b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Unix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заложила технологический фундамент.</a:t>
            </a:r>
            <a:b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Windows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сделала вычисления доступными для миллиардов.</a:t>
            </a:r>
            <a:b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Linux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доказала мощь открытого сообщества и захватила инфраструктуру интернета.</a:t>
            </a:r>
            <a:b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macOS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показала, как </a:t>
            </a:r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Unix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-основа может стать основой для самой дружелюбной и эстетичной системы.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5406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</TotalTime>
  <Words>195</Words>
  <Application>Microsoft Office PowerPoint</Application>
  <PresentationFormat>Широкоэкранный</PresentationFormat>
  <Paragraphs>51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Доклад на тему: История операционых систем Windows, Linux, Unix,Mac Os</vt:lpstr>
      <vt:lpstr>Презентация PowerPoint</vt:lpstr>
      <vt:lpstr>Windows: Путь к господству на ПК  </vt:lpstr>
      <vt:lpstr>Linux: Триумф открытого кода </vt:lpstr>
      <vt:lpstr>Unix: Прародитель современности </vt:lpstr>
      <vt:lpstr> macOS (Mac OS X): Элегантность на базе Unix </vt:lpstr>
      <vt:lpstr>Презентация PowerPoint</vt:lpstr>
      <vt:lpstr>                                Заключение:  Эволюция операционных систем — это история конкуренции и взаимного влияния идей. Unix заложила технологический фундамент. Windows сделала вычисления доступными для миллиардов. Linux доказала мощь открытого сообщества и захватила инфраструктуру интернета. macOS показала, как Unix-основа может стать основой для самой дружелюбной и эстетичной системы.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Доклад на тему: История операционых систем Windows, Linux, Unix,Mac Os</dc:title>
  <dc:creator>ПК</dc:creator>
  <cp:lastModifiedBy>ПК</cp:lastModifiedBy>
  <cp:revision>4</cp:revision>
  <dcterms:created xsi:type="dcterms:W3CDTF">2026-01-26T12:50:11Z</dcterms:created>
  <dcterms:modified xsi:type="dcterms:W3CDTF">2026-01-26T13:27:27Z</dcterms:modified>
</cp:coreProperties>
</file>